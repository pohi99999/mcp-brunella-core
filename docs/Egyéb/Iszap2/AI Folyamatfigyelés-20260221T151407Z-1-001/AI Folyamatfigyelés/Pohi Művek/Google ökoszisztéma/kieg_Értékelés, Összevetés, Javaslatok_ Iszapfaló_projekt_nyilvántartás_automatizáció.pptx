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609b10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4609b10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4609b104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4609b10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4609b104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4609b104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4609b104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4609b104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4609b10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4609b10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4609b10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4609b10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609b104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4609b104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609b104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609b104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4609b10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4609b10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